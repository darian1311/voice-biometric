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[0:00-0:25] Nu spuneți nimic 2 secunde. Lăsați replica pe ecran. Apoi: Imaginați-vă telefonul vostru sună. La capăt, vocea fiului vostru — perfectă, cunoscută — vă cere bani urgent. Doar că nu e fiul vostru. E un scammer care i-a clonat vocea. Asta se întâmplă în România, acum.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[0:25-0:55] De ce acum? Pentru că clonarea vocală tocmai a devenit trivială. Acum un an era cercetare. Azi e un instrument de câțiva dolari care are nevoie de 30 de secunde din vocea ta — luate de pe rețele sociale sau dintr-un mesaj vocal. Amenințarea e nouă. Și apărarea pentru ea nu există încă. Acolo construim noi.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[0:55-1:25] Și nu e o problemă mică. În România, numărul fraudelor s-a aproape dublat anul trecut, date DNSC. Global, atacurile vocale au crescut cu 442%. Pierderile vârstnicilor s-au împătrit din 2020. [Arată știrea.] Cazuri reale, din România, chiar acum.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[1:25-1:50] Iată golul. Bitdefender și Truecaller se bazează pe NUMĂR. Dar vocea clonată sună de pe un număr care pare curat — al fiului, al băncii. Apărarea bazată pe număr e oarbă la vocea falsă. [Arată avertizarea.] Poliția Română a avertizat deja oficial despre spoofing. Nimeni nu verifică vocea. Noi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[1:50-2:10] Soluția noastră, într-o frază: verificăm vocea, nu numărul. Truecaller vede cine sună. Bitdefender blochează numerele. MAIA verifică dacă persoana care vorbește e cine pretinde că e. Hai să vă arăt —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[2:10-3:00] DEMO LIVE. Sun acum numărul protejat, ca un scammer. [Telefon sună.] Priviți: apelul intră, transcriptul apare live, cuvintele-cheie se aprind — transfer, cont, urgent. Scorul urcă: 30, 55, 80. Verdict: SCAM. Și agentul vocal intervine automat. [Audiența aude avertizarea.] Bunica nu a făcut nimic. Sistemul a auzit, a înțeles, a intervenit. FALLBACK: dacă apelul nu intră în 5 secunde, pornesc video-ul fără să mă opresc.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[3:00-3:35] Trei straturi. Unu: biometrie vocală ECAPA-TDNN — amprentă vocală de 192 dimensiuni care recunoaște vocea reală a celor dragi. Doi: analiză live — transcriere română și cuvinte-cheie scam. Trei: anti-spoofing — prindem vocea clonată cu AI. Combinăm scorul vocal cu cuvintele-cheie, verdict instant, intervenție automată. Numărul poate fi clonat. Vocea — nu, cel puțin nu fără să o auzim.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[3:35-3:50] Modelul: plătește familia, nu bunica. Persoana apropiată își înregistrează vocea gratuit și vede alertele. Persoana protejată are abonamentul. Piața: orice familie cu părinți vârstnici — și mâine, oriunde vocea poate fi clonată. Adică peste tot.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[3:50-4:00] Pe scurt: scammerii au învățat să falsifice numărul. Noi am învățat să le auzim vocea. MAIA — liniște pentru toată familia. Mulțumim. [Rămâi pe acest slide la întrebări.]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„Mamă, am avut un accident.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nevoie de bani acum.”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9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Vocea era a fiului ei. Apelantul — nu era el.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Clonarea vocii a trecut de la laborator la 30 de secunde și câțiva dolari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scammer are nevoie de câteva secunde din vocea ta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dintr-un story, dintr-un mesaj vocal — ca să o cloneze convingător.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era science-fiction în 2023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azi o unealtă ieftină, la îndemâna oricui.</a:t>
            </a:r>
            <a:endParaRPr lang="en-US" sz="20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Apărarea pentru vocea clonată nu există încă.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Aici intrăm noi.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Frauda telefonică s-a aproape dublat în România în 2025 — și accelerează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în România, 2025 vs 2024 (DNSC)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+442%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46120" y="21031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atacuri vocale globale în 2025, conduse de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35040" y="21031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pierderile vârstnicilor din 2020 (FTC)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AICI: titlu știre ProTV — escroci destructurați, vârstnici păcăliți, prejudiciu 80.000 lei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Surse: DNSC; FTC (2025); rapoarte vishing globale 2025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Apărarea bazată pe număr e oarbă la vocea clonată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2588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Bitdefender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blochează numere necunoscute — numărul clonat pare cunoscut.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Truecaller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verifică reputația numărului — a numărului spoofat e curată.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Rezultat: 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apelul afișează numărul fiului. Vocea e falsă. Nimeni nu o verifică.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94960" y="1325880"/>
            <a:ext cx="3291840" cy="23774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0" y="1325880"/>
            <a:ext cx="3108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AICI: avertizare oficială SPOOFING — Poliția Română + DNSC + ARB (mai.gov.ro)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Avertizare oficială: Poliția Română, DNSC, ARB (2025)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9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Verificăm vocea, nu numărul.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2606040"/>
            <a:ext cx="182880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80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Truecaller vede cine sună. Bitdefender blochează numerele.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verificăm dacă persoana care vorbește e cine pretinde că 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live: un apel scam detectat și oprit în sub 10 secunde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3291840"/>
          </a:xfrm>
          <a:prstGeom prst="rect">
            <a:avLst/>
          </a:prstGeom>
          <a:solidFill>
            <a:srgbClr val="F4F6F9"/>
          </a:solidFill>
          <a:ln w="19050">
            <a:solidFill>
              <a:srgbClr val="2E75B6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LIVE AICI (sau video fallback 60s)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 intrat → transcript live → cuvinte-cheie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aprinse → scor 30→55→80 → SCAM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intervenție vocală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vede juriul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Apel de pe un număr „curat”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Transcriere live în română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Cuvinte-cheie scam detectate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 de risc urcă în timp real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 → agent vocal intervine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dacă apelul nu intră în 5s, comută pe video fără pauză.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 straturi: biometrie vocală, analiză live, anti-spoofing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Biometrie vocală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ECAPA-TDNN, amprentă 192-dim. Recunoaște vocea reală a celor dragi.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Analiză live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8328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Transcriere română + cuvinte-cheie scam pe parcursul apelului.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17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Anti-spoofing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72200" y="20116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Detectează vocea sintetică / clonată cu AI.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 vocal + cuvinte-cheie → verdict combinat instant → intervenție automată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Plătește familia, gratuit pentru cei dragi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Persoana protejată (vârstnicul):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abonament, protecție activă.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Persoana apropiată (fiul/fiica):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— își înregistrează vocea, vede alertele.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 plătește: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care vrea liniște — nu vârstnicul.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Piață: </a:t>
            </a:r>
            <a:pPr indent="0" marL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orice familie cu părinți vârstnici. Mâine: oriunde vocea poate fi clonată.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Scammerii au învățat să falsifice numărul.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am învățat să le auzim vocea.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3154680"/>
            <a:ext cx="2011680" cy="457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9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MAIA — liniște pentru toată familia.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9C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[email / link aici]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2026-05-24T07:43:16Z</dcterms:created>
  <dcterms:modified xsi:type="dcterms:W3CDTF">2026-05-24T07:43:16Z</dcterms:modified>
</cp:coreProperties>
</file>