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[0:00-0:30] Bună ziua. Suntem MAIA. O singură propoziție rezumă tot ce facem: verificăm vocea, nu numărul. Pentru că problema fraudei telefonice nu mai e despre cine sună — e despre cine vorbește de fapt la capătul firului. Lăsați-mă să vă arăt cât de gravă a devenit problema.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[0:30-1:05] Numărul fraudelor telefonice în România s-a aproape dublat anul trecut — date DNSC. La nivel global, atacurile prin voce au explodat cu 442%, pentru că scammerii folosesc acum clonarea vocală cu AI. Pierderile vârstnicilor s-au împătrit din 2020. Aceasta nu e o nișă — e o epidemie în accelerare. [Arată screenshot-ul de știre.] Cazuri reale, din România, din ultimele luni.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[1:05-1:30] Iată golul real. Bitdefender blochează numere. Truecaller verifică reputația numărului. Ambele se bazează pe NUMĂR. Dar scammerii clonează acum numărul — apare numărul fiului tău, al băncii tale. Numărul e curat, trece de orice filtru. [Arată avertizarea.] Poliția Română a emis deja o avertizare oficială despre spoofing. Nimeni nu verifică ce contează cu adevărat: vocea.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[1:30-1:50] Teza noastră, într-o frază. Identitatea reală nu e în numărul afișat — e în voce. Truecaller vede cine sună. Bitdefender blochează numerele. Noi verificăm dacă persoana care vorbește e cine pretinde că e. Hai să vă arăt cum funcționează —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[1:50-2:50] DEMO LIVE. Apelez acum numărul protejat, ca un scammer. [Telefon sună.] Priviți ecranul: apelul intră, transcriptul apare live, cuvintele-cheie se aprind — transfer, cont, urgent. Scorul de risc urcă: 30, 55, 80. Verdict: SCAM. Și acum — agentul vocal intervine automat. [Audiența aude avertizarea.] Bunica nu a trebuit să facă nimic. Sistemul a auzit, a înțeles, a intervenit. FALLBACK: dacă apelul nu intră în 5 secunde, pornesc video-ul, fără să mă opresc din vorbit.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[2:50-3:30] Tehnic, sunt trei straturi. Unu: biometrie vocală cu ECAPA-TDNN — o amprentă vocală unică, 192 de dimensiuni, care recunoaște vocea reală a celor dragi. Doi: analiză în timp real — transcriere în română și detecția cuvintelor-cheie de scam pe parcursul apelului. Trei: anti-spoofing — prindem vocea clonată cu AI. Combinăm scorul vocal cu cuvintele-cheie și obținem un verdict instant, cu intervenție automată. Numărul poate fi clonat. Vocea — nu, cel puțin nu fără să o auzim.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[3:30-3:50] Modelul de business. Plătește familia — fiul sau fiica care vor liniște — nu bunica. Persoana apropiată își înregistrează vocea gratuit și vede alertele. Persoana protejată are abonamentul. Piața: orice familie din România cu părinți vârstnici. Și mâine, oriunde clonarea vocală e o amenințare — adică peste tot.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[3:50-4:00] Pe scurt: frauda vocală e o epidemie pe care soluțiile bazate pe număr nu o mai opresc. MAIA verifică vocea, nu numărul. Și plătește familia, nu vârstnicul. Scammerii au învățat să falsifice numărul. Noi am învățat să le auzim vocea. Mulțumim.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rezervă pentru întrebări — surse complete pentru toate cifrele din pitch.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1440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MAIA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A0B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Verificăm vocea, nu numărul.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788920"/>
            <a:ext cx="2011680" cy="4572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30175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Protecție anti-scam telefonic prin biometrie vocală în timp real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3891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A0B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 ·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Frauda telefonică s-a aproape dublat în România în 2025 — și accelerează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24128"/>
            <a:ext cx="822960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3444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~2×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creșterea numărului de fraude în România, 2025 vs 2024 (DNSC)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46120" y="123444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+442%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3246120" y="210312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creșterea globală a atacurilor vocale (vishing) în 2025, conduse de clonare AI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035040" y="123444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×4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6035040" y="210312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pierderile vârstnicilor din 2020 ($600M → $2,4B, FTC)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383280"/>
            <a:ext cx="8229600" cy="1143000"/>
          </a:xfrm>
          <a:prstGeom prst="rect">
            <a:avLst/>
          </a:prstGeom>
          <a:solidFill>
            <a:srgbClr val="F4F6F9"/>
          </a:solidFill>
          <a:ln w="19050">
            <a:solidFill>
              <a:srgbClr val="2E75B6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548640" y="3383280"/>
            <a:ext cx="80467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 AICI: titlu știre ProTV — „Rețea de escroci destructurată, prejudiciu 80.000 lei, vârstnici păcăliți” (stirileprotv.ro)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Surse: DNSC; FTC (2025); rapoarte vishing globale 2025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Soluțiile bazate pe număr eșuează: scammerii sună de pe numere clonate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61288"/>
            <a:ext cx="822960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25880"/>
            <a:ext cx="47548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Bitdefender </a:t>
            </a:r>
            <a:pPr indent="0" marL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blochează numere necunoscute — dar numărul clonat pare cunoscut.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Truecaller </a:t>
            </a:r>
            <a:pPr indent="0" marL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verifică reputația numărului — dar reputația numărului spoofat e curată.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Spoofing-ul </a:t>
            </a:r>
            <a:pPr indent="0" marL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 ca apelul să afișeze numărul fiului, al băncii, al poliției.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394960" y="1325880"/>
            <a:ext cx="3291840" cy="2377440"/>
          </a:xfrm>
          <a:prstGeom prst="rect">
            <a:avLst/>
          </a:prstGeom>
          <a:solidFill>
            <a:srgbClr val="F4F6F9"/>
          </a:solidFill>
          <a:ln w="19050">
            <a:solidFill>
              <a:srgbClr val="2E75B6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5486400" y="1325880"/>
            <a:ext cx="3108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 AICI: avertizare oficială SPOOFING — Poliția Română + DNSC + ARB (mai.gov.ro)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Avertizare oficială: Poliția Română, DNSC, Asociația Română a Băncilor (2025)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554480"/>
            <a:ext cx="7315200" cy="2011680"/>
          </a:xfrm>
          <a:prstGeom prst="roundRect">
            <a:avLst>
              <a:gd name="adj" fmla="val 5455"/>
            </a:avLst>
          </a:prstGeom>
          <a:solidFill>
            <a:srgbClr val="EBF3FA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169164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Identitatea reală nu e în numărul afișat.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în voce.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2697480"/>
            <a:ext cx="6949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Truecaller vede cine sună. Bitdefender blochează numerele.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MAIA verifică dacă persoana care vorbește e cine pretinde că e.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live: un apel scam, detectat și oprit în sub 10 secunde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24128"/>
            <a:ext cx="822960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5486400" cy="3291840"/>
          </a:xfrm>
          <a:prstGeom prst="rect">
            <a:avLst/>
          </a:prstGeom>
          <a:solidFill>
            <a:srgbClr val="F4F6F9"/>
          </a:solidFill>
          <a:ln w="19050">
            <a:solidFill>
              <a:srgbClr val="2E75B6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548640" y="1188720"/>
            <a:ext cx="53035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LIVE AICI (sau video fallback de 60s)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MAIA: apel intrat → transcript live →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cuvinte-cheie aprinse → scor 30→55→80 →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verdict SCAM → intervenție vocală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126480" y="11887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vede juriul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126480" y="1554480"/>
            <a:ext cx="26517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Apel intrat de la un număr „curat”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Transcriere live în română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Cuvinte-cheie scam detectate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 de risc urcă în timp real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Verdict SCAM → agent vocal intervine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Fallback obligatoriu: dacă apelul nu intră în 5s, comută pe video fără pauză.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Arhitectură: analiză vocală în timp real, în trei straturi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24128"/>
            <a:ext cx="822960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8016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F4F6F9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4173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Biometrie vocală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94360" y="201168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ECAPA-TDNN, amprentă vocală 192-dim. Recunoaște vocea reală a celor apropiați.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46120" y="128016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F4F6F9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14173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Analiză în timp real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383280" y="201168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Transcriere română + detecția cuvintelor-cheie scam pe parcursul apelului.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35040" y="128016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F4F6F9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72200" y="14173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Anti-spoofing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172200" y="201168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Detectează vocea sintetică sau clonată cu AI.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3886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 vocal + scor cuvinte-cheie → verdict combinat instant → intervenție automată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Model: plătește familia, gratuit pentru cei dragi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24128"/>
            <a:ext cx="822960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Persoană protejată (vârstnicul): </a:t>
            </a:r>
            <a:pPr indent="0" marL="0">
              <a:spcAft>
                <a:spcPts val="14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abonament — protecția activă.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Persoană apropiată (fiul/fiica): </a:t>
            </a:r>
            <a:pPr indent="0" marL="0">
              <a:spcAft>
                <a:spcPts val="14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gratuit — își înregistrează vocea, vede alertele.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Cine plătește: </a:t>
            </a:r>
            <a:pPr indent="0" marL="0">
              <a:spcAft>
                <a:spcPts val="14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familia care vrea liniște, nu vârstnicul.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Piață: </a:t>
            </a:r>
            <a:pPr indent="0" marL="0">
              <a:spcAft>
                <a:spcPts val="14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orice familie din România cu părinți vârstnici.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0B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Concluzii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8229600" cy="36576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Frauda vocală e o epidemie în accelerare — </a:t>
            </a:r>
            <a:pPr indent="0" marL="0">
              <a:spcAft>
                <a:spcPts val="2000"/>
              </a:spcAft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soluțiile bazate pe număr nu o mai opresc.</a:t>
            </a:r>
            <a:endParaRPr lang="en-US" sz="2100" dirty="0"/>
          </a:p>
          <a:p>
            <a:pPr indent="0" marL="0">
              <a:spcAft>
                <a:spcPts val="200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MAIA verifică vocea, nu numărul — </a:t>
            </a:r>
            <a:pPr indent="0" marL="0">
              <a:spcAft>
                <a:spcPts val="2000"/>
              </a:spcAft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biometrie + anti-spoofing în timp real.</a:t>
            </a:r>
            <a:endParaRPr lang="en-US" sz="2100" dirty="0"/>
          </a:p>
          <a:p>
            <a:pPr indent="0" marL="0">
              <a:spcAft>
                <a:spcPts val="200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Model freemium: </a:t>
            </a:r>
            <a:pPr indent="0" marL="0">
              <a:spcAft>
                <a:spcPts val="2000"/>
              </a:spcAft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plătește familia, protecția e pentru cei dragi.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0B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Scammerii au învățat să falsifice numărul. Noi am învățat să le auzim vocea.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B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MAIA · contact: [email/link aici]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Surse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8229600" cy="2286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22960"/>
            <a:ext cx="822960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DNSC — Directoratul Național de Securitate Cibernetică: avertizări fraude telefonice 2025.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Poliția Română, DNSC, ARB — avertizare oficială privind frauda de tip spoofing (mai.gov.ro, 2025).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Știrile ProTV — rețea de escroci destructurată, prejudiciu 80.000 lei, vârstnici (2025).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FTC — „False alarm, real scam: how scammers are stealing older adults' life savings” (2025).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Rapoarte globale vishing 2025: creștere +442%, pierderi estimate $40B.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2026-05-24T07:32:25Z</dcterms:created>
  <dcterms:modified xsi:type="dcterms:W3CDTF">2026-05-24T07:32:25Z</dcterms:modified>
</cp:coreProperties>
</file>